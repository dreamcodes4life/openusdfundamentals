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8" autoAdjust="0"/>
    <p:restoredTop sz="94660"/>
  </p:normalViewPr>
  <p:slideViewPr>
    <p:cSldViewPr snapToGrid="0">
      <p:cViewPr varScale="1">
        <p:scale>
          <a:sx n="82" d="100"/>
          <a:sy n="82" d="100"/>
        </p:scale>
        <p:origin x="77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D1EA8-841D-1FD8-AE6A-6E1437885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A017D-CFFE-8BA1-1D93-FD3115AD0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76F1B-5784-7B81-9631-55C077EC4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09FA1-E3FE-F352-02A4-BD1A82B9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2AC8E-B080-778E-6B85-51072003E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10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7070-104C-070B-4712-E978DF50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8C99A-317D-7EDC-AAFD-E3841F3ED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428FE-FDAF-F444-2368-6A725BC6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611FF-7419-3E8A-838E-988BA4C93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9E804-7F98-B077-233A-B08C62B91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027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6A93-948A-B71C-DE1A-D30E5F4F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E5410-342C-0BAA-2C07-306175A94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9DA71-A319-55FD-4ADE-2E461A43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90076-011F-7342-0200-4A3DD0088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7DDBF-E6AC-8B55-7DDB-CF96FBC0B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026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C12B-9570-22F5-7E14-F9FA741E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819FC-6BCD-9BF4-6B8D-90C4042BD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BB91B-A733-05CF-8608-542AD6DAF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18271-8FA2-5D99-4454-DABE1E1E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627D6-E53B-87EE-7BF9-2407212E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CF24F-B0B8-A489-EF19-0787B657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789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130A9-589B-1877-5A97-FE6C98D11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68D3F-42FF-4C66-79F5-928CA7255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5BA4B-EEA9-EADA-E9D1-BAA4A7325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F0411-4E2C-8A1C-F026-DC3CF3D76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7F0D6-79DB-77C3-E3FF-862C3BFF7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BA3141-4300-D316-2667-C3F6282B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67C17-B5E3-EDF2-41AA-5E79CF5B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69BA5-A74F-A5B2-B9E7-6AB8A08D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227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0DF5-7BF5-C094-30D4-AC3FA71CF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A33D3-FCD9-C176-73D5-BD443D808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57E59-CF83-764F-8E5F-B053B5F5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CD971-0048-2E2A-B893-EFF79E40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611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9592F-8ACD-D029-C682-D984C30E4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D39E1-2438-A7DF-1873-303EEB06B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D6B9-306A-AD49-EE3C-3AA36614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677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DE537-ED01-020F-B77E-E4608C5B3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A3050-39A5-EF03-5E65-6E150502C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9A8D4-8EB4-CE01-F1CC-1733C43C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30821-6DD7-F1A0-15F5-CA080C24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36459-70E6-0EAD-4D8E-2E4D4532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F6842-4E91-6BB4-E0D2-405D739B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343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A6CE-DE16-2282-0041-3311FE18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855A6-CBF2-5393-1CC8-00A62F763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8A788-7E34-083A-9CB2-A1CDB41A0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B5EE7-64D3-1267-D835-0E4B7A2D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2FD32-7756-3169-9AF5-A176533B0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7CB05-984A-EF50-F1C5-04E6038A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679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C455-6F0B-F0AA-09DD-53E7F3CC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F3000-9755-A19E-8D8E-7517B549BD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E1165-8BD6-108A-5507-E4373CE4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87C30-F744-AFDD-7B00-5C3B39B9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A38D6-5994-A79E-FB7F-725F1631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563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6430AB-40D7-FE9E-141B-3E3DA2970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73DCE-5309-0B02-57CB-B8A12DED2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570F4-830A-9747-D028-BFCF39AE0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2A37-08E6-07DD-1ED9-D1A96E86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11AA7-2F90-1FB1-3376-F10B5AC31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53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3B523-2935-AD69-F218-AA383554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F6AA0-F581-F7D5-7EDE-A89A2DDEB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756D8-2048-C55E-7603-2BAB27BEF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A10376-4541-4651-9EBE-CB716DE6048B}" type="datetimeFigureOut">
              <a:rPr lang="es-ES" smtClean="0"/>
              <a:t>01/11/2025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459A4-0333-6512-0CF6-14626C6B2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4E7F4-988B-C653-9375-CCB186256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456EF-0338-46C1-84A9-CA89B6EB650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514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CE54-1AA4-64C3-53CA-92F09E1D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766C5-09D0-0746-3036-E8EDCDB5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258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2152-6111-0F6D-804A-B77D6E6E58C9}"/>
              </a:ext>
            </a:extLst>
          </p:cNvPr>
          <p:cNvSpPr/>
          <p:nvPr/>
        </p:nvSpPr>
        <p:spPr>
          <a:xfrm>
            <a:off x="1035698" y="587829"/>
            <a:ext cx="2146041" cy="109168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Schemas</a:t>
            </a:r>
            <a:endParaRPr lang="es-E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8EC8DB-D42A-8932-F2AF-FF72BF4D0AE3}"/>
              </a:ext>
            </a:extLst>
          </p:cNvPr>
          <p:cNvCxnSpPr>
            <a:stCxn id="4" idx="3"/>
          </p:cNvCxnSpPr>
          <p:nvPr/>
        </p:nvCxnSpPr>
        <p:spPr>
          <a:xfrm>
            <a:off x="3181739" y="1133670"/>
            <a:ext cx="1259632" cy="4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733EE5-6CB9-F524-0A24-D02FBF793A1C}"/>
              </a:ext>
            </a:extLst>
          </p:cNvPr>
          <p:cNvSpPr/>
          <p:nvPr/>
        </p:nvSpPr>
        <p:spPr>
          <a:xfrm>
            <a:off x="4441371" y="587829"/>
            <a:ext cx="2146041" cy="10916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ISA Schemas</a:t>
            </a:r>
            <a:endParaRPr lang="es-E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60E74B5-F94A-95EA-A5D8-B4F6E88E28AD}"/>
              </a:ext>
            </a:extLst>
          </p:cNvPr>
          <p:cNvGrpSpPr/>
          <p:nvPr/>
        </p:nvGrpSpPr>
        <p:grpSpPr>
          <a:xfrm>
            <a:off x="3079101" y="1679510"/>
            <a:ext cx="5290458" cy="2867619"/>
            <a:chOff x="3079101" y="1679510"/>
            <a:chExt cx="5290458" cy="286761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F22B8FC-7669-372E-95C5-2603590CD854}"/>
                </a:ext>
              </a:extLst>
            </p:cNvPr>
            <p:cNvGrpSpPr/>
            <p:nvPr/>
          </p:nvGrpSpPr>
          <p:grpSpPr>
            <a:xfrm>
              <a:off x="3079101" y="1950099"/>
              <a:ext cx="5290458" cy="2597030"/>
              <a:chOff x="2873828" y="1810140"/>
              <a:chExt cx="5290458" cy="2597030"/>
            </a:xfrm>
          </p:grpSpPr>
          <mc:AlternateContent xmlns:mc="http://schemas.openxmlformats.org/markup-compatibility/2006">
            <mc:Choice xmlns:am3d="http://schemas.microsoft.com/office/drawing/2017/model3d" Requires="am3d">
              <p:graphicFrame>
                <p:nvGraphicFramePr>
                  <p:cNvPr id="9" name="3D Model 8" descr="Kodiak car black">
                    <a:extLst>
                      <a:ext uri="{FF2B5EF4-FFF2-40B4-BE49-F238E27FC236}">
                        <a16:creationId xmlns:a16="http://schemas.microsoft.com/office/drawing/2014/main" id="{BD6C0CDE-B8DD-C1C3-7B45-4F5138325F7A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056017710"/>
                      </p:ext>
                    </p:extLst>
                  </p:nvPr>
                </p:nvGraphicFramePr>
                <p:xfrm>
                  <a:off x="3933316" y="2662584"/>
                  <a:ext cx="2751604" cy="1402203"/>
                </p:xfrm>
                <a:graphic>
                  <a:graphicData uri="http://schemas.microsoft.com/office/drawing/2017/model3d">
                    <am3d:model3d r:embed="rId2">
                      <am3d:spPr>
                        <a:xfrm>
                          <a:off x="0" y="0"/>
                          <a:ext cx="2751604" cy="1402203"/>
                        </a:xfrm>
                        <a:prstGeom prst="rect">
                          <a:avLst/>
                        </a:prstGeom>
                      </am3d:spPr>
                      <am3d:camera>
                        <am3d:pos x="0" y="0" z="55494659"/>
                        <am3d:up dx="0" dy="36000000" dz="0"/>
                        <am3d:lookAt x="0" y="0" z="0"/>
                        <am3d:perspective fov="2700000"/>
                      </am3d:camera>
                      <am3d:trans>
                        <am3d:meterPerModelUnit n="24887857" d="1000000"/>
                        <am3d:preTrans dx="0" dy="-3482752" dz="423"/>
                        <am3d:scale>
                          <am3d:sx n="1000000" d="1000000"/>
                          <am3d:sy n="1000000" d="1000000"/>
                          <am3d:sz n="1000000" d="1000000"/>
                        </am3d:scale>
                        <am3d:rot ax="918696" ay="-3436778" az="-778292"/>
                        <am3d:postTrans dx="0" dy="0" dz="0"/>
                      </am3d:trans>
                      <am3d:raster rName="Office3DRenderer" rVer="16.0.8326">
                        <am3d:blip r:embed="rId3"/>
                      </am3d:raster>
                      <am3d:objViewport viewportSz="3232694"/>
                      <am3d:ambientLight>
                        <am3d:clr>
                          <a:scrgbClr r="50000" g="50000" b="50000"/>
                        </am3d:clr>
                        <am3d:illuminance n="500000" d="1000000"/>
                      </am3d:ambientLight>
                      <am3d:ptLight rad="0">
                        <am3d:clr>
                          <a:scrgbClr r="100000" g="75000" b="50000"/>
                        </am3d:clr>
                        <am3d:intensity n="9765625" d="1000000"/>
                        <am3d:pos x="21959998" y="70920001" z="16344003"/>
                      </am3d:ptLight>
                      <am3d:ptLight rad="0">
                        <am3d:clr>
                          <a:scrgbClr r="40000" g="60000" b="95000"/>
                        </am3d:clr>
                        <am3d:intensity n="12250000" d="1000000"/>
                        <am3d:pos x="-37964106" y="51130435" z="57631972"/>
                      </am3d:ptLight>
                      <am3d:ptLight rad="0">
                        <am3d:clr>
                          <a:scrgbClr r="86837" g="72700" b="100000"/>
                        </am3d:clr>
                        <am3d:intensity n="3125000" d="1000000"/>
                        <am3d:pos x="-37739122" y="58056624" z="-34769649"/>
                      </am3d:ptLight>
                    </am3d:model3d>
                  </a:graphicData>
                </a:graphic>
              </p:graphicFrame>
            </mc:Choice>
            <mc:Fallback>
              <p:pic>
                <p:nvPicPr>
                  <p:cNvPr id="9" name="3D Model 8" descr="Kodiak car black">
                    <a:extLst>
                      <a:ext uri="{FF2B5EF4-FFF2-40B4-BE49-F238E27FC236}">
                        <a16:creationId xmlns:a16="http://schemas.microsoft.com/office/drawing/2014/main" id="{BD6C0CDE-B8DD-C1C3-7B45-4F5138325F7A}"/>
                      </a:ext>
                    </a:extLst>
                  </p:cNvPr>
                  <p:cNvPicPr>
                    <a:picLocks noGrp="1" noRot="1" noChangeAspect="1" noMove="1" noResize="1" noEditPoints="1" noAdjustHandles="1" noChangeArrowheads="1" noChangeShapeType="1" noCrop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138589" y="2802543"/>
                    <a:ext cx="2751604" cy="1402203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7D2FA86-0AAF-2147-97D3-1EAFF73896E1}"/>
                  </a:ext>
                </a:extLst>
              </p:cNvPr>
              <p:cNvSpPr/>
              <p:nvPr/>
            </p:nvSpPr>
            <p:spPr>
              <a:xfrm>
                <a:off x="2873828" y="2663778"/>
                <a:ext cx="1237861" cy="522625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PRIM</a:t>
                </a:r>
                <a:endParaRPr lang="es-ES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1ABC661-AB90-FE17-1EC6-6C27DA54C3F4}"/>
                  </a:ext>
                </a:extLst>
              </p:cNvPr>
              <p:cNvSpPr/>
              <p:nvPr/>
            </p:nvSpPr>
            <p:spPr>
              <a:xfrm>
                <a:off x="5309118" y="1810140"/>
                <a:ext cx="743339" cy="240261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CAR</a:t>
                </a:r>
                <a:endParaRPr lang="es-E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156FD7E-8187-7DE1-05E5-F9FD536BEB32}"/>
                  </a:ext>
                </a:extLst>
              </p:cNvPr>
              <p:cNvSpPr/>
              <p:nvPr/>
            </p:nvSpPr>
            <p:spPr>
              <a:xfrm>
                <a:off x="6926424" y="3005651"/>
                <a:ext cx="1237862" cy="28339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Automatic</a:t>
                </a:r>
                <a:endParaRPr lang="es-ES" dirty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D9E5A52-F7B1-3E63-3DB9-25E180DD02D9}"/>
                  </a:ext>
                </a:extLst>
              </p:cNvPr>
              <p:cNvSpPr/>
              <p:nvPr/>
            </p:nvSpPr>
            <p:spPr>
              <a:xfrm>
                <a:off x="6926424" y="4123780"/>
                <a:ext cx="1237862" cy="28339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Collisions</a:t>
                </a:r>
                <a:endParaRPr lang="es-ES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E053DB0-3BEF-9580-DA6F-078E16A6831A}"/>
                  </a:ext>
                </a:extLst>
              </p:cNvPr>
              <p:cNvSpPr/>
              <p:nvPr/>
            </p:nvSpPr>
            <p:spPr>
              <a:xfrm>
                <a:off x="6926424" y="3401688"/>
                <a:ext cx="1237862" cy="28339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1000Kg</a:t>
                </a:r>
                <a:endParaRPr lang="es-ES" dirty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00A904B-E665-3854-77A5-33DC9CB3214B}"/>
                  </a:ext>
                </a:extLst>
              </p:cNvPr>
              <p:cNvSpPr/>
              <p:nvPr/>
            </p:nvSpPr>
            <p:spPr>
              <a:xfrm>
                <a:off x="6926424" y="3762734"/>
                <a:ext cx="1237862" cy="28339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RigidBody</a:t>
                </a:r>
                <a:endParaRPr lang="es-ES" dirty="0"/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65B4DB-A315-288F-249B-D53D21731A91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 flipH="1">
              <a:off x="5514391" y="1679510"/>
              <a:ext cx="1" cy="112303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1CF546F-3A22-2058-51A3-3D06F0F92C3A}"/>
              </a:ext>
            </a:extLst>
          </p:cNvPr>
          <p:cNvSpPr/>
          <p:nvPr/>
        </p:nvSpPr>
        <p:spPr>
          <a:xfrm>
            <a:off x="8459755" y="2957803"/>
            <a:ext cx="2146041" cy="10916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API Schemas</a:t>
            </a:r>
            <a:endParaRPr lang="es-E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F747AD-7753-4B1D-BCCE-9D11CE413D47}"/>
              </a:ext>
            </a:extLst>
          </p:cNvPr>
          <p:cNvCxnSpPr>
            <a:stCxn id="23" idx="1"/>
            <a:endCxn id="9" idx="3"/>
          </p:cNvCxnSpPr>
          <p:nvPr/>
        </p:nvCxnSpPr>
        <p:spPr>
          <a:xfrm flipH="1">
            <a:off x="6890193" y="3503644"/>
            <a:ext cx="15695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32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Borja Mayoral Arauz</dc:creator>
  <cp:lastModifiedBy>Borja Mayoral Arauz</cp:lastModifiedBy>
  <cp:revision>2</cp:revision>
  <dcterms:created xsi:type="dcterms:W3CDTF">2025-11-01T23:15:02Z</dcterms:created>
  <dcterms:modified xsi:type="dcterms:W3CDTF">2025-11-02T15:15:08Z</dcterms:modified>
</cp:coreProperties>
</file>